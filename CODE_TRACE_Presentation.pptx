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3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1F33"/>
                </a:solidFill>
                <a:latin typeface="Arial"/>
              </a:rPr>
              <a:t>System calls observed per program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System calls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bug_segv</c:v>
                  </c:pt>
                  <c:pt idx="1">
                    <c:v>bug_file</c:v>
                  </c:pt>
                  <c:pt idx="2">
                    <c:v>hello_fork</c:v>
                  </c:pt>
                  <c:pt idx="3">
                    <c:v>bug_signal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35</c:v>
                </c:pt>
                <c:pt idx="2">
                  <c:v>38</c:v>
                </c:pt>
                <c:pt idx="3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73152" cy="1737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1005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TRACE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28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 &amp; System Call Explorer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23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and Systems Programming (25CS2104E)  |  Section 3, Team 17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004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Miriyala Tharavarshini  2520030052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Prathyusha Reddy  2520030612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Harshith  2520030572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Krishna  2520030XXX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3200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Hema, Assistant Professor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L (Deemed to be) University, CSE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TRACE  |  OSSP Team 17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261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600200"/>
            <a:ext cx="36576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programs fail at run time with crashes, wrong output or abnormal process behaviour. Finding the exact location and cause is hard without proper debugging and system-level tools.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18872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1261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Hard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600200"/>
            <a:ext cx="36576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interact with the OS through system calls, signals, files, memory and child processes, so errors rarely stay inside the source code.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128016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2461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programmer systematically reproduce, observe and explain program-level and process-level errors on Linux, using source-level debugging together with system-call and process tracing?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TRACE  |  OSSP Team 17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1430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 workflow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Linux-based workflow for debugging C/C++ programs using GDB.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65376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181965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strace tracing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and analyse system calls and process activity using strace.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542032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49631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failures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runtime errors, crashes, incorrect execution and abnormal process behaviour.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18688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17296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concepts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relation between debugging, processes, signals and OS resources.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84962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CODE TRACE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ptrace-based explorer that lists system calls, shows /proc status and reports how the process ended.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Approach: 5-Stage Workflow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TRACE  |  OSSP Team 17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1554480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280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Reproduce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1554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993392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with gcc -g -O0 and run to trigger the failure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048256" y="1280160"/>
            <a:ext cx="1554480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48256" y="1280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Locate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048256" y="1920240"/>
            <a:ext cx="1554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39696" y="1993392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GDB: breakpoints, step, print, backtrace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730752" y="1280160"/>
            <a:ext cx="155448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30752" y="1280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Observe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30752" y="1920240"/>
            <a:ext cx="1554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22192" y="1993392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strace and codetrace show syscalls and signals before failure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13248" y="1280160"/>
            <a:ext cx="155448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13248" y="1280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Inspect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13248" y="1920240"/>
            <a:ext cx="1554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04688" y="1993392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/proc/&lt;pid&gt;/status for state, PPID, memory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95744" y="1280160"/>
            <a:ext cx="1554480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95744" y="1280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Conclude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95744" y="1920240"/>
            <a:ext cx="1554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87184" y="1993392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GDB location with syscall evidence, fix, re-test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combine tools?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 shows where and what (source line, variables) but not the OS calls.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strace shows why at the OS boundary (e.g. which file failed) but not source lines.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give a complete diagnosis of the same run.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Concepts Demonstrated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TRACE  |  OSSP Team 17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appears in CODE TRACE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/ PCB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codetrace reads /proc/&lt;pid&gt;/status; GDB info proc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fork / exec / wait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codetrace forks target and calls execvp; hello_fork, bug_zombie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and exit captured via PTRACE_SYSCALL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SIGSEGV, SIGUSR1 handler, SIGCHLD, SIGSTOP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brk / mmap in traces; segfault analysis; VmSize vs VmRSS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I/O and errno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openat returning ENOENT in bug_file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 Four Layers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TRACE  |  OSSP Team 17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011680" cy="7132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18872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layer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468880" y="1188720"/>
            <a:ext cx="6217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18872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Terminal, VS Code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programs, run tools, read output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201168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01168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layer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468880" y="2011680"/>
            <a:ext cx="6217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51760" y="201168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GDB, strace, codetrace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and observe the target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2011680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83464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layer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468880" y="2834640"/>
            <a:ext cx="6217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51760" y="283464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bug_segv, bug_file, bug_signal, hello_fork, bug_zombie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with deliberate faults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2011680" cy="71323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65760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layer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468880" y="3657600"/>
            <a:ext cx="6217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51760" y="365760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ptrace, /proc, signals, scheduler, syscall interface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the tools rely on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TRACE Explorer (codetrace.c)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TRACE  |  OSSP Team 17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822960"/>
                <a:gridCol w="6675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fork(), ptrace(TRACEME), raise(SIGSTOP), execvp(target)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waitpid(); set EXITKILL, TRACESYSGOOD; print /proc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PTRACE_SYSCALL to run until next syscall entry or exit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or kill: report reason. Syscall stop: PTRACE_GETREGS, print name, args,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signal: pass it on. Print total syscall 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61188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611880"/>
            <a:ext cx="64008" cy="1005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3685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x86-64 convention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402336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number in rax; args in rdi, rsi, rdx; negative result in -1..-4095 means errno.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54880" y="361188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54880" y="361188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937760" y="3685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100 lines of C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402336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strace and debuggers work internally using ptrace, registers and wait status.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Programs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TRACE  |  OSSP Team 17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1148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Deliberate behaviour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bug_segv.c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 NULL pointer to sum(), which dereferences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memory, SIGSEGV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bug_file.c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/tmp/missing_input.txt (does not exist)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Syscall error, ENOENT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bug_signal.c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Installs SIGUSR1 handler, sends signal to itself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Signals, rt_sigreturn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hello_fork.c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exits with code 3, parent waits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fork, wait4, SIGCHLD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bug_zombie.c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exits, parent never calls wait()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Zombie state (Z)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1: Segmentation Fault (bug_segv)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TRACE  |  OSSP Team 17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codetrace output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4023360" cy="2331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417320"/>
            <a:ext cx="3749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./codetrace ./bug_segv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 /proc/264/status ----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State:  t (tracing stop)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PPid:   263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(0x1, ..., 0x6) = 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[CODE TRACE] --- signal 11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(Segmentation fault) 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[CODE TRACE] +++ killed by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signal 11 +++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system calls observed: 34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 session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4023360" cy="2331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417320"/>
            <a:ext cx="3749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(gdb) run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 received signal SIGSEGV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sum (a=0x0, n=5) at bug_segv.c:7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(gdb) bt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 sum (a=0x0, n=5)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 main () at bug_segv.c:16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(gdb) print 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 = (int *) 0x0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794760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8679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206240"/>
            <a:ext cx="7955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shows when it crashed; GDB shows where: data was never allocated in main(). Shell exit status 139 = 128 + 11. Fix: allocate the array.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2: Failed Open and Zombie Process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TRACE  |  OSSP Team 17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bug_file under strace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402336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4173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strace -e trace=openat,write ./bug_file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openat(AT_FDCWD,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"/tmp/missing_input.txt", O_RDONLY)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-1 ENOENT (No such file or directory)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+++ exited with 1 +++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bug_zombie under /proc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402336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4173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 276 state after exit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(parent has not called wait):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State:  Z (zombie)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108960"/>
            <a:ext cx="64008" cy="1371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821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bug_file root cause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520440"/>
            <a:ext cx="3749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openat returning ENOENT is visible without reading any source code.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108960"/>
            <a:ext cx="6400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1821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bug_zombie root cause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520440"/>
            <a:ext cx="3749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never called wait(), so the exited child stays a zombie until it is reaped.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TRACE  |  OSSP Team 17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097280"/>
          <a:ext cx="4023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188720"/>
          <a:ext cx="4206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Revealed 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bug_segv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codetrace, GDB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pointer to sum()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bug_file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strace (ENOENT)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file missing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bug_signal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kill, signal 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signal 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hello_fork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clone, wait4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fork/wait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bug_zombie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/proc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skipped wait()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0" y="37490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30 calls in every trace are program start-up (loader, library mapping, heap), so filtering with strace -e helps.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Environment and Team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TRACE  |  OSSP Team 17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22.04 / 24.04 (WSL2)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environment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GCC 13.3, Make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 with -g -O0 -Wall -Wextra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GDB 12+, strace 5.x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Debugging and syscall tracing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Git, GitHub, VS 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 and editing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Test programs, M2 GDB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Prathyusha Reddy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strace tracing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Tharavarshini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CODE TRACE explorer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 Krishna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Process analysis, docs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Harshith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Repository: github.com/taravarshini31/Debugging_OSSP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Scope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TRACE  |  OSSP Team 17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64008" cy="3291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261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600200"/>
            <a:ext cx="374904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GDB, strace and /proc together give a repeatable method to debug Linux programs.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faults were traced to a root cause with the collected evidence.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objectives achieved, including the ptrace-based CODE TRACE explorer.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Learned: user/kernel boundary, ptrace, process states, signals.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88720"/>
            <a:ext cx="64008" cy="3291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261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600200"/>
            <a:ext cx="374904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strings and flags like strace.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x86-64 syscall table from kernel headers.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children and threads (TRACEFORK, TRACECLONE).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Timestamps, per-call statistics, -e style filter.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ARM64 support.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TRACE: Linux Process &amp; System Call Explorer  |  Team 17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TRACE: Linux Process &amp; System Call Explorer</dc:title>
  <dc:subject>PptxGenJS Presentation</dc:subject>
  <dc:creator>Team 17</dc:creator>
  <cp:lastModifiedBy>Team 17</cp:lastModifiedBy>
  <cp:revision>1</cp:revision>
  <dcterms:created xsi:type="dcterms:W3CDTF">2026-10-31T08:00:56Z</dcterms:created>
  <dcterms:modified xsi:type="dcterms:W3CDTF">2026-10-31T08:00:56Z</dcterms:modified>
</cp:coreProperties>
</file>